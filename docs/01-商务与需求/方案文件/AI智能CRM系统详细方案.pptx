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这套AI智能CRM同时服务两类客户：制造业工厂和物料配件供应商。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对供应商：摸清下游客户买什么、从哪买、什么价，快速出报价单。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对工厂：摸清上游供应商报价、比价采购、管好供应商资源。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方案分六个部分。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先讲行业痛点和建设目标，然后是产品架构和基础能力。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重点是第四部分三大AI核心能力，每个单独详细展开。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最后讲应用场景和实施路径。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销售日常工作有四个痛点。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查客户信息要跑好几个网站，通话记录靠手记，出方案要半天，新人要几个月才能独立。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我们的目标就是用AI把这些重复劳动接过来。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系统分三层。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最底层数据层，对接工商数据、采购招投标数据、通话录音、产品知识库。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中间基础能力层管客户管理、销售漏斗。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最上层AI能力层，客户画像、采购行为分析、录音转写、需求分析、方案生成。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基础能力分三块：客户管理、销售过程管理、自动化与集成。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这些是所有主流CRM都有的标配。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我们和传统CRM的区别在于上面叠加了三大AI能力，接下来逐一详细展开。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第一个AI能力是客户自动画像，分四类信息。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工商基础信息、经营规模、主营业务，以及重点的采购行为分析。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采购分析能看到客户最近买什么物料、从哪买、什么价格、买多少、年度采购规模。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右边是示例，销售一看就知道客户采购量多大、对价格敏不敏感、有没有切入机会。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第二个AI能力是智能录音转写，通话结束后自动完成六件事。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录音、转文字、说话人分离、关键词提取（预算、采购物料、供应商、痛点）、意向打分、摘要生成。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销售打完电话看摘要就知道下一步该跟什么。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第三个AI能力是帮物料销售快速出报价单。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第一步从录音提取客户要什么物料、多少量、什么价、从哪买的。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第二步整理成报价需求清单。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第三步自动生成报价单：物料型号单价、数量阶梯价、替代物料建议、供货周期、报价话术。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以前报价半小时，现在10分钟出初稿。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分三个角色讲使用场景。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新人销售：见客户前看画像，见完看摘要，要方案AI生成，一周就能独立跟单。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成熟销售：省时间、不漏单、多成交。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主管：不用追着问，打开系统就知道每个客户进展，高价值客户有风险AI自动提醒。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用对比表展示差异。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重点是客户采购行为和出报价单两行。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传统CRM不知道客户从哪买、什么价，报价靠蒙；AI版自动分析客户采购行为，精准报价。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最后讲实施路径和价值。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分三阶段：第一周基础客户管理上线，第二周接入AI能力，第三阶段持续做方案生成和系统集成。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预期效果：出方案效率提升10倍，新人一周独立跟单，客户资产不流失，管理透明。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汇报到此结束，欢迎交流。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D2825">
                <a:alpha val="100000"/>
              </a:srgbClr>
            </a:gs>
            <a:gs pos="100000">
              <a:srgbClr val="143C3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159000"/>
            <a:ext cx="762000" cy="50800"/>
          </a:xfrm>
          <a:prstGeom prst="roundRect">
            <a:avLst>
              <a:gd name="adj" fmla="val 0"/>
            </a:avLst>
          </a:prstGeom>
          <a:solidFill>
            <a:srgbClr val="CDBF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241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 CRM 系统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33020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面向物料配件供应商的智能销售平台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4064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B4C8C3"/>
                </a:solidFill>
                <a:latin typeface="Noto Sans SC"/>
                <a:ea typeface="Noto Sans SC"/>
                <a:cs typeface="Noto Sans SC"/>
                <a:sym typeface="Noto Sans SC"/>
              </a:rPr>
              <a:t>采购行为分析 · 通话录音转写 · 智能需求挖掘 · 报价/比价方案自动生成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B4C8C3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供应商摸清下游客户，工厂摸清上游供应商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5969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A09B"/>
                </a:solidFill>
                <a:latin typeface="Noto Sans SC"/>
                <a:ea typeface="Noto Sans SC"/>
                <a:cs typeface="Noto Sans SC"/>
                <a:sym typeface="Noto Sans SC"/>
              </a:rPr>
              <a:t>详细产品方案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方案目录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524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01　行业痛点与建设目标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03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销售日常工作中的四个核心痛点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350000" y="1524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02　产品总体架构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350000" y="203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基础能力层 + AI能力层 + 数据层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2667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03　基础能力：客户与销售管理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175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客户管理、销售过程、自动化、看板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350000" y="2667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04　AI 核心能力详解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350000" y="3175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客户画像、录音转写、需求分析与方案生成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16000" y="3810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05　典型应用场景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31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新人入职、客户拜访、主管复盘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350000" y="3810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06　实施路径与价值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350000" y="431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分阶段上线、预期效果与业务价值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行业痛点：销售每天在重复劳动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762000" y="14605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客户信息查不全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见客户前要分别打开企查查、官网、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招聘网站查资料，半小时还查不全；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客户用的什么系统、多少人、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年营收多少，全靠猜。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6350000" y="14605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通话记录靠手记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打电话时边说边记，经常漏掉关键信息；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回头写跟进记录凭印象，细节对不上；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主管想了解客户情况，只能等销售汇报。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37465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出方案太慢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客户说要个方案，销售回去找模板、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改内容、算报价，半天起步；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等方案发过去，客户可能已经选了别家。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350000" y="37465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新人上手慢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新销售不了解产品、不会分析客户，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全靠老员工带教，几个月才能独立跟单；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客户资源浪费在成长期，流失率高。</a:t>
            </a:r>
          </a:p>
        </p:txBody>
      </p:sp>
      <p:cxnSp>
        <p:nvCxnSpPr>
          <p:cNvPr name="Connector 8" id="8"/>
          <p:cNvCxnSpPr/>
          <p:nvPr/>
        </p:nvCxnSpPr>
        <p:spPr>
          <a:xfrm rot="-4092" flipH="false" flipV="false">
            <a:off x="762004" y="6026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DBF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762000" y="61214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建设目标：</a:t>
            </a:r>
            <a:r>
              <a:rPr lang="en-US" b="fals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查客户AI代劳、听通话自动转写、写方案AI生成、新人看AI分析就能上手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产品总体架构：三层设计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270000" y="1460500"/>
            <a:ext cx="9652000" cy="1143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524000" y="15875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AI 能力层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4064000" y="15875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客户自动画像 · 采购行为分析 · 通话录音转写 · 意向智能打分 · 需求自动提取 · 方案自动生成 · 话术推荐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730500"/>
            <a:ext cx="9652000" cy="1143000"/>
          </a:xfrm>
          <a:prstGeom prst="roundRect">
            <a:avLst>
              <a:gd name="adj" fmla="val 0"/>
            </a:avLst>
          </a:prstGeom>
          <a:solidFill>
            <a:srgbClr val="7D927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524000" y="28575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基础能力层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064000" y="28575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客户管理 · 销售漏斗 · 跟进记录 · 任务调度 · 数据看板 · 移动端 · 系统集成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4000500"/>
            <a:ext cx="9652000" cy="1143000"/>
          </a:xfrm>
          <a:prstGeom prst="roundRect">
            <a:avLst>
              <a:gd name="adj" fmla="val 0"/>
            </a:avLst>
          </a:prstGeom>
          <a:solidFill>
            <a:srgbClr val="CDBF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524000" y="41275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064000" y="41275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4641"/>
                </a:solidFill>
                <a:latin typeface="Noto Sans SC"/>
                <a:ea typeface="Noto Sans SC"/>
                <a:cs typeface="Noto Sans SC"/>
                <a:sym typeface="Noto Sans SC"/>
              </a:rPr>
              <a:t>工商数据 · 采购与招投标数据 · 通话录音库 · 客户沟通记录 · 产品知识库 · 方案模板库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62000" y="5461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基础能力管"过程"：客户、商机、跟进、报表一个不落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AI能力管"懂客户"：自动画像、采购分析、录音转写、自动出方案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基础能力：销售全流程数字化管理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762000" y="1397000"/>
            <a:ext cx="3429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客户管理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客户档案统一存储，永不丢失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自动查重，避免撞单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公海私海自动回收分配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联系人多角色管理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沟通记录时间线展示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381500" y="1397000"/>
            <a:ext cx="3429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销售过程管理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线索→商机→合同全流程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销售漏斗各阶段转化率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商机阶段推进与滞留提醒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报价、合同、回款关联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销售预测与业绩看板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001000" y="1397000"/>
            <a:ext cx="3429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自动化与集成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线索按规则自动分配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超期未跟进自动提醒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对接企业微信/钉钉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对接ERP财务回款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手机端随时录跟进</a:t>
            </a:r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DBF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762000" y="431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这些是所有主流CRM的标配，本方案在此基础上叠加三大AI能力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2000" y="4826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b="tru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客户自动画像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：输入公司名，自动带出主营业务、人员规模、年营收、现有系统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b="tru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智能通话转写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：通话自动录音转文字，自动提取关键需求和意向度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b="tru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AI方案生成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：根据客户描述自动分析需求，几分钟输出解决方案初稿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AI 核心一：客户自动画像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762000" y="1371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能自动查到哪些信息？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778000"/>
            <a:ext cx="5080000" cy="393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工商基础信息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公司名称、法人、注册资本、成立时间、经营范围、经营状态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经营规模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参保人数（人员规模）、年营收区间、纳税信用、进出口资质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主营业务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行业分类、主营产品、上下游关系、招投标记录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采购行为分析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最近采购物料品类、主要供应商来源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采购价格区间、采购数量与频次、年度采购规模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1371600"/>
            <a:ext cx="5080000" cy="4191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604000" y="15494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客户画像卡片示例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604000" y="2032000"/>
            <a:ext cx="4572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XX电子科技有限公司</a:t>
            </a: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行业：消费电子制造（SMT贴片）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人员：约200人 · 年营收：1-5亿</a:t>
            </a:r>
          </a:p>
          <a:p>
            <a:pPr algn="l" marL="0" indent="0">
              <a:lnSpc>
                <a:spcPct val="145833"/>
              </a:lnSpc>
            </a:pPr>
            <a:r>
              <a:rPr lang="en-US" b="tru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近期采购分析：</a:t>
            </a: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· 主要物料：PCB板、电容电阻、连接器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· 主要供应商：深圳华强北、东莞电子城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· 采购价格区间：PCB约0.8-1.2元/片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· 月采购量：PCB约50万片、元件200万件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· 年度采购规模：约3000-5000万</a:t>
            </a:r>
          </a:p>
          <a:p>
            <a:pPr algn="l" marL="0" indent="0">
              <a:lnSpc>
                <a:spcPct val="145833"/>
              </a:lnSpc>
            </a:pPr>
            <a:r>
              <a:rPr lang="en-US" b="tru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采购特征：</a:t>
            </a: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多供应商比价、对价格敏感、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200">
                <a:solidFill>
                  <a:srgbClr val="DCE1DC"/>
                </a:solidFill>
                <a:latin typeface="Noto Sans SC"/>
                <a:ea typeface="Noto Sans SC"/>
                <a:cs typeface="Noto Sans SC"/>
                <a:sym typeface="Noto Sans SC"/>
              </a:rPr>
              <a:t>批量稳定但议价空间大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2000" y="5842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供应商视角：分析下游工厂客户的采购规模与习惯，精准报价抢单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工厂视角：分析上游供应商报价与供货能力，比价采购降本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AI 核心二：智能通话录音转写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762000" y="1371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通话结束后，系统自动完成以下六件事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905000"/>
            <a:ext cx="342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1. 自动录音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通话自动录制并绑定客户档案，不用手动操作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4381500" y="1905000"/>
            <a:ext cx="342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2. 实时转文字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录音自动转成完整文字稿，边说边转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001000" y="1905000"/>
            <a:ext cx="342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3. 说话人分离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自动区分"销售说的"和"客户说的"，标注清晰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3810000"/>
            <a:ext cx="342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4. 关键词提取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自动标出预算、采购物料、供应商、痛点、决策人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381500" y="3810000"/>
            <a:ext cx="342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5. 意向度打分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根据客户用词和语气，自动判断高/中/低意向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001000" y="3810000"/>
            <a:ext cx="342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6. 摘要生成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自动生成3句话通话摘要，不用听完整录音</a:t>
            </a:r>
          </a:p>
        </p:txBody>
      </p:sp>
      <p:cxnSp>
        <p:nvCxnSpPr>
          <p:cNvPr name="Connector 11" id="11"/>
          <p:cNvCxnSpPr/>
          <p:nvPr/>
        </p:nvCxnSpPr>
        <p:spPr>
          <a:xfrm rot="-4092" flipH="false" flipV="false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DBF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762000" y="584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实际效果：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销售不用边打电话边记笔记，打完看AI摘要就行；主管不用问销售，直接看每个客户的通话分析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AI 核心三：需求挖掘与供货报价方案生成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762000" y="1397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第一步：自动提取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841500"/>
            <a:ext cx="3429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从录音文字稿中自动识别：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客户要采购的物料型号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采购数量与到货时间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现有供应商与采购价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预算与价格底线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决策人与决策流程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质量要求与认证标准</a:t>
            </a:r>
          </a:p>
        </p:txBody>
      </p:sp>
      <p:cxnSp>
        <p:nvCxnSpPr>
          <p:cNvPr name="Connector 6" id="6"/>
          <p:cNvCxnSpPr/>
          <p:nvPr/>
        </p:nvCxnSpPr>
        <p:spPr>
          <a:xfrm rot="5384373" flipH="false" flipV="false">
            <a:off x="2984500" y="2914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DBFA9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4762500" y="1397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第二步：需求结构化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762500" y="1841500"/>
            <a:ext cx="3429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整理成标准报价需求：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物料清单与规格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数量阶梯与价格策略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交期要求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账期与结算方式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竞争优劣势分析</a:t>
            </a:r>
          </a:p>
        </p:txBody>
      </p:sp>
      <p:cxnSp>
        <p:nvCxnSpPr>
          <p:cNvPr name="Connector 9" id="9"/>
          <p:cNvCxnSpPr/>
          <p:nvPr/>
        </p:nvCxnSpPr>
        <p:spPr>
          <a:xfrm rot="5384373" flipH="false" flipV="false">
            <a:off x="6985000" y="2914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DBFA9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8763000" y="1397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第三步：报价方案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763000" y="1841500"/>
            <a:ext cx="2667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自动输出报价单：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物料型号与单价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数量阶梯报价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替代物料建议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供货周期与最小起订量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· 报价话术</a:t>
            </a:r>
          </a:p>
        </p:txBody>
      </p:sp>
      <p:cxnSp>
        <p:nvCxnSpPr>
          <p:cNvPr name="Connector 12" id="12"/>
          <p:cNvCxnSpPr/>
          <p:nvPr/>
        </p:nvCxnSpPr>
        <p:spPr>
          <a:xfrm rot="-4092" flipH="false" flipV="false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DBFA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762000" y="50165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供应商用：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通话结束后10分钟出报价单初稿，销售核对库存和价格即可发出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工厂用：</a:t>
            </a:r>
            <a:r>
              <a:rPr lang="en-US" b="false" i="false" strike="noStrike" u="none" sz="13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自动汇总多家供应商报价，生成比价分析表，辅助采购决策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典型应用场景：三个角色怎么用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762000" y="14605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新人销售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968500"/>
            <a:ext cx="3429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见客户前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打开客户画像，看AI整理的公司情况、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痛点标签、推荐话术，不用问老员工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见客户后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通话自动转写，AI摘要告诉他客户说了什么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要方案时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AI自动生成初稿，照着改改就能发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一周就能独立跟单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4381500" y="14605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成熟销售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4381500" y="1968500"/>
            <a:ext cx="3429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省时间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不用边打电话边记笔记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不用花半天写方案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不用手动整理跟进记录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不漏单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AI提醒关键跟进节点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意向度排序，先跟高意向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多成交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方案出得快，客户不流失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001000" y="14605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销售主管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001000" y="1968500"/>
            <a:ext cx="3429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不用追着问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每个客户的通话摘要、意向度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打开系统一目了然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团队管理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看谁在认真跟客户，谁在摸鱼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看团队漏斗和预测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重点客户盯防</a:t>
            </a: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高价值客户通话AI标记风险点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F635A"/>
                </a:solidFill>
                <a:latin typeface="Noto Sans SC"/>
                <a:ea typeface="Noto Sans SC"/>
                <a:cs typeface="Noto Sans SC"/>
                <a:sym typeface="Noto Sans SC"/>
              </a:rPr>
              <a:t>及时介入指导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CRM vs AI 增强型 CRM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08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460500"/>
          <a:ext cx="10668000" cy="4673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4191000"/>
                <a:gridCol w="4191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对比维度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 CRM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增强型 CRM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927E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客户信息来源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销售手动填写，信息零散不全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工商数据自动抓取，一页画像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客户采购行为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完全不掌握，见面靠客户说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物料、供应商、价格、量自动分析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通话记录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销售手记，常漏物料型号和数量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自动录音转写，AI提取物料需求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出报价单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查库存算价格，半小时起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AI根据需求自动生成，10分钟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价格竞争力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不知道客户从哪买、什么价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掌握客户采购价，精准报价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新人上手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数月熟悉物料型号和价格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F63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AI辅助报价，一周上手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2825">
                <a:alpha val="100000"/>
              </a:srgbClr>
            </a:gs>
            <a:gs pos="100000">
              <a:srgbClr val="143C3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762000" cy="50800"/>
          </a:xfrm>
          <a:prstGeom prst="roundRect">
            <a:avLst>
              <a:gd name="adj" fmla="val 0"/>
            </a:avLst>
          </a:prstGeom>
          <a:solidFill>
            <a:srgbClr val="CDBF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实施路径与业务价值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780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分三阶段上线，2-4周即可见效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第一阶段（1周）</a:t>
            </a: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基础客户管理上线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客户档案、销售漏斗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跟进记录、手机端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4318000" y="2286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第二阶段（2周）</a:t>
            </a: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AI能力接入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客户画像、录音转写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关键词提取、意向打分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620000" y="2286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第三阶段（持续）</a:t>
            </a: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方案生成与集成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方案自动生成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对接企业微信/ERP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431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45720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预期业务价值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5080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· 销售出方案效率提升 10 倍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· 新人独立跟单周期从数月缩短至 1 周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350000" y="5080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· 客户信息零流失，销售离职不带走客户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7D2"/>
                </a:solidFill>
                <a:latin typeface="Noto Sans SC"/>
                <a:ea typeface="Noto Sans SC"/>
                <a:cs typeface="Noto Sans SC"/>
                <a:sym typeface="Noto Sans SC"/>
              </a:rPr>
              <a:t>· 管理透明，主管远程掌握团队进展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{"Label":"1","ContentProducer":"001191110102MACQD9K64010000","ProduceID":"7690891469745656227","ReservedCode1":"","ContentPropagator":"","PropagateID":"","ReservedCode2":""}</vt:lpwstr>
  </property>
</Properties>
</file>